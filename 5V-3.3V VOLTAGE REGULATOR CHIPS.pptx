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68" autoAdjust="0"/>
    <p:restoredTop sz="94660"/>
  </p:normalViewPr>
  <p:slideViewPr>
    <p:cSldViewPr snapToGrid="0">
      <p:cViewPr varScale="1">
        <p:scale>
          <a:sx n="87" d="100"/>
          <a:sy n="87" d="100"/>
        </p:scale>
        <p:origin x="55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52E6-BF94-47CF-B760-F5BB162101E8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F9554-D98B-43E9-AF6B-E47036781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349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52E6-BF94-47CF-B760-F5BB162101E8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F9554-D98B-43E9-AF6B-E47036781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048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52E6-BF94-47CF-B760-F5BB162101E8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F9554-D98B-43E9-AF6B-E47036781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34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52E6-BF94-47CF-B760-F5BB162101E8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F9554-D98B-43E9-AF6B-E47036781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897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52E6-BF94-47CF-B760-F5BB162101E8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F9554-D98B-43E9-AF6B-E47036781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220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52E6-BF94-47CF-B760-F5BB162101E8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F9554-D98B-43E9-AF6B-E47036781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104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52E6-BF94-47CF-B760-F5BB162101E8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F9554-D98B-43E9-AF6B-E47036781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7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52E6-BF94-47CF-B760-F5BB162101E8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F9554-D98B-43E9-AF6B-E47036781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375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52E6-BF94-47CF-B760-F5BB162101E8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F9554-D98B-43E9-AF6B-E47036781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29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52E6-BF94-47CF-B760-F5BB162101E8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F9554-D98B-43E9-AF6B-E47036781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761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52E6-BF94-47CF-B760-F5BB162101E8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F9554-D98B-43E9-AF6B-E47036781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738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A52E6-BF94-47CF-B760-F5BB162101E8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F9554-D98B-43E9-AF6B-E47036781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791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LDO(LINEAR REGULATOR)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SUITABLE FOR LOW-CURRENT APPLICATIONS</a:t>
            </a:r>
          </a:p>
          <a:p>
            <a:r>
              <a:rPr lang="en-US" dirty="0" smtClean="0"/>
              <a:t>SIMPLE CIRCUIT DESIGN</a:t>
            </a:r>
          </a:p>
          <a:p>
            <a:r>
              <a:rPr lang="en-US" dirty="0" smtClean="0"/>
              <a:t>GENERATES MORE HEAT (LOW EFFICIENCY)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528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LM3940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1329" y="1825625"/>
            <a:ext cx="3989342" cy="4351338"/>
          </a:xfrm>
        </p:spPr>
      </p:pic>
    </p:spTree>
    <p:extLst>
      <p:ext uri="{BB962C8B-B14F-4D97-AF65-F5344CB8AC3E}">
        <p14:creationId xmlns:p14="http://schemas.microsoft.com/office/powerpoint/2010/main" val="1758908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AMS1117-3.3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255" y="1825625"/>
            <a:ext cx="5091489" cy="4351338"/>
          </a:xfrm>
        </p:spPr>
      </p:pic>
    </p:spTree>
    <p:extLst>
      <p:ext uri="{BB962C8B-B14F-4D97-AF65-F5344CB8AC3E}">
        <p14:creationId xmlns:p14="http://schemas.microsoft.com/office/powerpoint/2010/main" val="178692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LM1117-3.3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822" y="1825625"/>
            <a:ext cx="4514356" cy="4351338"/>
          </a:xfrm>
        </p:spPr>
      </p:pic>
    </p:spTree>
    <p:extLst>
      <p:ext uri="{BB962C8B-B14F-4D97-AF65-F5344CB8AC3E}">
        <p14:creationId xmlns:p14="http://schemas.microsoft.com/office/powerpoint/2010/main" val="1840068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AP7361C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885" y="1825625"/>
            <a:ext cx="7252230" cy="4351338"/>
          </a:xfrm>
        </p:spPr>
      </p:pic>
    </p:spTree>
    <p:extLst>
      <p:ext uri="{BB962C8B-B14F-4D97-AF65-F5344CB8AC3E}">
        <p14:creationId xmlns:p14="http://schemas.microsoft.com/office/powerpoint/2010/main" val="3828895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MIC5205/MIC5219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0376" y="1825625"/>
            <a:ext cx="6411248" cy="4351338"/>
          </a:xfrm>
        </p:spPr>
      </p:pic>
    </p:spTree>
    <p:extLst>
      <p:ext uri="{BB962C8B-B14F-4D97-AF65-F5344CB8AC3E}">
        <p14:creationId xmlns:p14="http://schemas.microsoft.com/office/powerpoint/2010/main" val="3864663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LD1117V33C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0965" y="1825625"/>
            <a:ext cx="5010069" cy="4351338"/>
          </a:xfrm>
        </p:spPr>
      </p:pic>
    </p:spTree>
    <p:extLst>
      <p:ext uri="{BB962C8B-B14F-4D97-AF65-F5344CB8AC3E}">
        <p14:creationId xmlns:p14="http://schemas.microsoft.com/office/powerpoint/2010/main" val="3621563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DC-DC BUCK CONVERTER (SWITCHING REGULATOR)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SUITABLE FOR HIGH-CURRENT AND HIGH EFFICIENCY APPLICATION </a:t>
            </a:r>
          </a:p>
          <a:p>
            <a:r>
              <a:rPr lang="en-US" dirty="0" smtClean="0"/>
              <a:t>GENERATES VERY LITTLE HEAT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904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LM2596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356" y="1825625"/>
            <a:ext cx="4343287" cy="4351338"/>
          </a:xfrm>
        </p:spPr>
      </p:pic>
    </p:spTree>
    <p:extLst>
      <p:ext uri="{BB962C8B-B14F-4D97-AF65-F5344CB8AC3E}">
        <p14:creationId xmlns:p14="http://schemas.microsoft.com/office/powerpoint/2010/main" val="3451711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MP2307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009" y="1825625"/>
            <a:ext cx="5661981" cy="4351338"/>
          </a:xfrm>
        </p:spPr>
      </p:pic>
    </p:spTree>
    <p:extLst>
      <p:ext uri="{BB962C8B-B14F-4D97-AF65-F5344CB8AC3E}">
        <p14:creationId xmlns:p14="http://schemas.microsoft.com/office/powerpoint/2010/main" val="3733633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TPS62175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278" y="1825625"/>
            <a:ext cx="9371444" cy="4351338"/>
          </a:xfrm>
        </p:spPr>
      </p:pic>
    </p:spTree>
    <p:extLst>
      <p:ext uri="{BB962C8B-B14F-4D97-AF65-F5344CB8AC3E}">
        <p14:creationId xmlns:p14="http://schemas.microsoft.com/office/powerpoint/2010/main" val="2867276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LM684X5-Q1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697" y="1825625"/>
            <a:ext cx="9700606" cy="4351338"/>
          </a:xfrm>
        </p:spPr>
      </p:pic>
    </p:spTree>
    <p:extLst>
      <p:ext uri="{BB962C8B-B14F-4D97-AF65-F5344CB8AC3E}">
        <p14:creationId xmlns:p14="http://schemas.microsoft.com/office/powerpoint/2010/main" val="618785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LTC1147-3.3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494" y="1825625"/>
            <a:ext cx="5097011" cy="4351338"/>
          </a:xfrm>
        </p:spPr>
      </p:pic>
    </p:spTree>
    <p:extLst>
      <p:ext uri="{BB962C8B-B14F-4D97-AF65-F5344CB8AC3E}">
        <p14:creationId xmlns:p14="http://schemas.microsoft.com/office/powerpoint/2010/main" val="1935328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READY-MADE MODULES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THESE MODULES CAN BE USED DIRECTLY WITHOUT DESIGNING A VOLTAGE REGULATOR CIRCUIT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666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 -360 BUCK CONVERTER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468" y="1825625"/>
            <a:ext cx="8437064" cy="4351338"/>
          </a:xfrm>
        </p:spPr>
      </p:pic>
    </p:spTree>
    <p:extLst>
      <p:ext uri="{BB962C8B-B14F-4D97-AF65-F5344CB8AC3E}">
        <p14:creationId xmlns:p14="http://schemas.microsoft.com/office/powerpoint/2010/main" val="34496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AMS1117-3.3 MODULE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023" y="1825625"/>
            <a:ext cx="6517954" cy="4351338"/>
          </a:xfrm>
        </p:spPr>
      </p:pic>
    </p:spTree>
    <p:extLst>
      <p:ext uri="{BB962C8B-B14F-4D97-AF65-F5344CB8AC3E}">
        <p14:creationId xmlns:p14="http://schemas.microsoft.com/office/powerpoint/2010/main" val="1333024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POLOLU STEP-DOWN REGULATOR MODULE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377" y="1825625"/>
            <a:ext cx="5601245" cy="4351338"/>
          </a:xfrm>
        </p:spPr>
      </p:pic>
    </p:spTree>
    <p:extLst>
      <p:ext uri="{BB962C8B-B14F-4D97-AF65-F5344CB8AC3E}">
        <p14:creationId xmlns:p14="http://schemas.microsoft.com/office/powerpoint/2010/main" val="1596859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71</Words>
  <Application>Microsoft Office PowerPoint</Application>
  <PresentationFormat>Widescreen</PresentationFormat>
  <Paragraphs>23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LDO(LINEAR REGULATOR)</vt:lpstr>
      <vt:lpstr>LM3940</vt:lpstr>
      <vt:lpstr>AMS1117-3.3</vt:lpstr>
      <vt:lpstr>LM1117-3.3</vt:lpstr>
      <vt:lpstr>AP7361C</vt:lpstr>
      <vt:lpstr>MIC5205/MIC5219</vt:lpstr>
      <vt:lpstr>LD1117V33C</vt:lpstr>
      <vt:lpstr>DC-DC BUCK CONVERTER (SWITCHING REGULATOR)</vt:lpstr>
      <vt:lpstr>LM2596</vt:lpstr>
      <vt:lpstr>MP2307</vt:lpstr>
      <vt:lpstr>TPS62175</vt:lpstr>
      <vt:lpstr>LM684X5-Q1</vt:lpstr>
      <vt:lpstr>LTC1147-3.3</vt:lpstr>
      <vt:lpstr>READY-MADE MODULES</vt:lpstr>
      <vt:lpstr>MINI -360 BUCK CONVERTER</vt:lpstr>
      <vt:lpstr>AMS1117-3.3 MODULE </vt:lpstr>
      <vt:lpstr>POLOLU STEP-DOWN REGULATOR MODULE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LDO(LINEAR REGULATOR)</dc:title>
  <dc:creator>Athi Rubesh</dc:creator>
  <cp:lastModifiedBy>Athi Rubesh</cp:lastModifiedBy>
  <cp:revision>3</cp:revision>
  <dcterms:created xsi:type="dcterms:W3CDTF">2026-07-05T08:28:37Z</dcterms:created>
  <dcterms:modified xsi:type="dcterms:W3CDTF">2026-07-05T08:39:29Z</dcterms:modified>
</cp:coreProperties>
</file>